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960120"/>
            <a:ext cx="10835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82F4F"/>
                </a:solidFill>
              </a:defRPr>
            </a:pPr>
            <a:r>
              <a:t>TravelEase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73445"/>
                </a:solidFill>
              </a:defRPr>
            </a:pPr>
            <a:r>
              <a:t>AI Customer Support FAQ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519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56578"/>
                </a:solidFill>
              </a:defRPr>
            </a:pPr>
            <a:r>
              <a:t>Project Presentation  |  Name: __________  |  Department: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Create an AI assistant that answers common travel-booking support questions.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Use a prepared knowledge base to keep responses consistent.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Reduce unsupported answers by instructing the assistant not to invent policies.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Protect customer privacy and be honest about actions the assistant cannot perform.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Customers frequently ask repeated questions about bookings, cancellations, refunds, documents, and support hours.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Unclear or inconsistent answers can confuse customers.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An assistant may invent details if policies are missing or unclear.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The project explores source-grounded FAQ responses with clear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A knowledge-base-driven FAQ assistant for the fictional TravelEase travel service.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A curated set of 30 FAQs covering common support categories.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A reusable prompt that defines scope, privacy, uncertainty, and response behaviour.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A testing dataset to evaluate answer quality and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4.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Contains fictional TravelEase policies and 30 FAQs.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Refund initiation: within 7–10 business days after approval; time for money to appear may vary.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Cancellation depends on airline fare rules; hotel changes depend on policy and availability.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The assistant must not claim to access live bookings or process transactions.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These are academic demo policies, not real travel-company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5. AI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Prompt engineering: writing clear role, scope, and safety instructions.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Knowledge grounding: answering from a supplied reference document.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Question design: preparing 30 structured test cases.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Evaluation: comparing actual answers with acceptance criteria.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Error analysis: classifying issues and proposing targeted improvements.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Responsible AI: privacy, uncertainty, and capability honesty.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6.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NotebookLM — explore the supplied knowledge base and test source-grounded answers.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ChatGPT — help draft FAQs, prompts, evaluation criteria, and project documents.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Microsoft Word / Google Docs — prepare the knowledge base and report.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Microsoft Excel / Google Sheets — track test questions, citations, and results.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Use only the tools you actually used in your final presentation.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Do not claim an automation integration unless you built and tested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7.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Customer question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NotebookLM assistant checks the supplied TravelEase source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Response grounded in available policy information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Citation and behaviour checked against test criteria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273445"/>
                </a:solidFill>
              </a:defRPr>
            </a:pPr>
            <a:r>
              <a:t>Pass / Needs Review / Fail recorded in testing workbook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8. Testing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30 test cases across booking, cancellations, refunds, travel information, accounts, privacy, unknown questions, and prompt robustness.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Each response should be compared with its predefined expected behaviour.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Check whether the citation is present and supports the answer.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Record the actual response and any required fixes.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Evaluate all tests before reporting a final pass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9. Current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Reported by project owner: 30 tests passed (100%).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Before final submission, verify the 30 actual answers and their acceptance criteria in the workbook.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Record citation checks and retain evidence such as screenshots or copied responses.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A 100% result applies only to the tested cases; it does not prove perfect performance for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10.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The assistant relies on the supplied knowledge base.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It cannot verify live booking status, customer records, or refund status.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Missing policy details must be referred to official support rather than guessed.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Testing uses a limited set of 30 questions.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Human review is still important for account-specific or consequential issues.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11.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Expand the test set with more realistic customer questions.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Test paraphrases, ambiguous wording, and conflicting instructions.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Add a documented human handoff process.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Improve the knowledge base when policies change.</a:t>
            </a:r>
          </a:p>
          <a:p>
            <a:pPr>
              <a:spcAft>
                <a:spcPts val="1400"/>
              </a:spcAft>
              <a:defRPr sz="1900">
                <a:solidFill>
                  <a:srgbClr val="273445"/>
                </a:solidFill>
              </a:defRPr>
            </a:pPr>
            <a:r>
              <a:t>If adding automation, use a safe sandbox and test it separately before making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F"/>
                </a:solidFill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2246769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rPr dirty="0" err="1"/>
              <a:t>TravelEase</a:t>
            </a:r>
            <a:r>
              <a:rPr dirty="0"/>
              <a:t> demonstrates a practical workflow for a knowledge-base FAQ assistant.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rPr dirty="0"/>
              <a:t>The project combines prompt engineering, reference-grounded answers, testing, and responsible AI checks.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rPr dirty="0"/>
              <a:t>The final performance claim should be supported by recorded test evidence.</a:t>
            </a:r>
          </a:p>
          <a:p>
            <a:pPr>
              <a:spcAft>
                <a:spcPts val="1400"/>
              </a:spcAft>
              <a:defRPr sz="2100">
                <a:solidFill>
                  <a:srgbClr val="273445"/>
                </a:solidFill>
              </a:defRPr>
            </a:pPr>
            <a: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726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kowsalya</dc:creator>
  <cp:keywords/>
  <dc:description>generated using python-pptx</dc:description>
  <cp:lastModifiedBy>kowsalya j</cp:lastModifiedBy>
  <cp:revision>2</cp:revision>
  <dcterms:created xsi:type="dcterms:W3CDTF">2013-01-27T09:14:16Z</dcterms:created>
  <dcterms:modified xsi:type="dcterms:W3CDTF">2026-10-22T12:52:48Z</dcterms:modified>
  <cp:category/>
</cp:coreProperties>
</file>